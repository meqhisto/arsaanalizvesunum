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ARSA YATIRIM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{konum}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BİLGİLERİ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Konum: {konum}</a:t>
            </a:r>
          </a:p>
          <a:p>
            <a:r>
              <a:t>• Metrekare: {metrekare} m²</a:t>
            </a:r>
          </a:p>
          <a:p>
            <a:r>
              <a:t>• İmar Durumu: {imar_durumu}</a:t>
            </a:r>
          </a:p>
          <a:p>
            <a:r>
              <a:t>• Fiyat: {fiyat} TL</a:t>
            </a:r>
          </a:p>
          <a:p>
            <a:r>
              <a:t>• Metrekare Fiyatı: {metrekare_fiyat} TL/m²</a:t>
            </a:r>
          </a:p>
          <a:p>
            <a:r>
              <a:t>• Bölge Ortalama Fiyatı: {bolge_fiyat} TL/m²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ANALİZ SONUÇLARI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Bölge Karşılaştırması: {bolge_karsilastirma}%</a:t>
            </a:r>
          </a:p>
          <a:p>
            <a:r>
              <a:t>• Potansiyel Getiri: %{potansiyel_getiri}</a:t>
            </a:r>
          </a:p>
          <a:p>
            <a:r>
              <a:t>• Tavsiye Edilen Yatırım Süresi: {yatirim_suresi} yıl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YATIRIM DEĞERLENDİRMESİ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{temel_ozet}</a:t>
            </a:r>
          </a:p>
          <a:p/>
          <a:p>
            <a:r>
              <a:t>{yatirim_ozet}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TAVSİYELER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{tavsiyeler}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GAYRİMENKUL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/>
            </a:pPr>
            <a:r>
              <a:t>Çanakkale, Merkez</a:t>
            </a:r>
          </a:p>
          <a:p>
            <a:pPr algn="ctr">
              <a:defRPr sz="2000"/>
            </a:pPr>
            <a:r>
              <a:t>09.06.2025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Portföy Sorumlusu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G-20250425-WA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2103120" cy="2103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 Soyad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 Barış Cömert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Ünvan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Broker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Firma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GMA Onyedi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E-posta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altanbariscomert@inovanettechs.com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Telefon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05326206517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Adres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Barbaros Mahallesi Atatürk Caddesi no:318/28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Analiz Tarihi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Bilgileri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İl/İlçe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Çanakkale/Merkez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Mahalle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Karacaören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Ada/Parsel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141/3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Alan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4.460,69 m²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İmar Durumu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konut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TAKS/KAKS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0.3/1.5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Fiyat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13.213.123,00 TL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m² Fiyatı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2.962,13 TL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Altyapı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Yol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Elektrik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Su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FF0000"/>
                          </a:solidFill>
                        </a:defRPr>
                      </a:pPr>
                      <a:r>
                        <a:t>✗ Yok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Doğalgaz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FF0000"/>
                          </a:solidFill>
                        </a:defRPr>
                      </a:pPr>
                      <a:r>
                        <a:t>✗ Yok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Kanalizasyon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FF0000"/>
                          </a:solidFill>
                        </a:defRPr>
                      </a:pPr>
                      <a:r>
                        <a:t>✗ Yok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İnşaat Alanı Hesaplaması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Taban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1338.21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İnşaat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6691.03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Teorik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5.00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Tam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8000"/>
                </a:solidFill>
              </a:defRPr>
            </a:pPr>
            <a:r>
              <a:t>Güçlü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0000"/>
                </a:solidFill>
              </a:defRPr>
            </a:pPr>
            <a:r>
              <a:t>Zayıf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00FF"/>
                </a:solidFill>
              </a:defRPr>
            </a:pPr>
            <a:r>
              <a:t>Fırsatlar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A500"/>
                </a:solidFill>
              </a:defRPr>
            </a:pPr>
            <a:r>
              <a:t>Tehditler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b="1" sz="1800"/>
            </a:pPr>
            <a:r>
              <a:t>Temel Değerlendirme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Yatırım Değerlendirmesi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Uygunluk Puanı Özeti</a:t>
            </a:r>
          </a:p>
          <a:p>
            <a:pPr lvl="1">
              <a:spcAft>
                <a:spcPts val="1200"/>
              </a:spcAft>
              <a:defRPr sz="1200"/>
            </a:pPr>
            <a:r>
              <a:t>Uygunluk puanı özeti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Öneriler ve Tavsiyeler</a:t>
            </a:r>
          </a:p>
          <a:p>
            <a:pPr lvl="1">
              <a:spcAft>
                <a:spcPts val="1200"/>
              </a:spcAft>
              <a:defRPr sz="1200"/>
            </a:pPr>
            <a:r>
              <a:t>Tavsiye bulunamadı.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Fotoğrafları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/>
            </a:pPr>
            <a:r>
              <a:t>Bu arsa için fotoğraf bulunmamaktadır.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Detayları QR Kod</a:t>
            </a:r>
          </a:p>
        </p:txBody>
      </p:sp>
      <p:pic>
        <p:nvPicPr>
          <p:cNvPr id="3" name="Picture 2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630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4846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Bu QR kodu tarayarak analiz detaylarına ulaşabilirsiniz.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